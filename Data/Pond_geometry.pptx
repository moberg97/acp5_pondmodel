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4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DB629-C5FA-64D6-046E-F85B6E619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CA0C6-702D-E1AD-8CB3-B7A4F332B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E828D-6E26-CDA8-0143-26277D9BB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245C-2ED8-413B-A42A-32422D425F2C}" type="datetimeFigureOut">
              <a:rPr lang="en-DE" smtClean="0"/>
              <a:t>02/12/2024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DA5FD-468A-B474-96F3-B50A2915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2DF80-769A-E106-9096-0B49FD0C0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65C22-9B36-4DAC-9E02-AB6C6E8335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13035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77743-6E59-E618-79FF-C38A1893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70609-E99D-A7BE-1BB5-4921FC453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49060-D1A9-9C57-79CE-8663A8810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245C-2ED8-413B-A42A-32422D425F2C}" type="datetimeFigureOut">
              <a:rPr lang="en-DE" smtClean="0"/>
              <a:t>02/12/2024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F8975-0DFD-A564-72C9-5EC1A4E13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20DAB-FE24-B6E3-F71B-932F79CAD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65C22-9B36-4DAC-9E02-AB6C6E8335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11594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48C1F-3050-6374-CFEF-DCA6425BE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599C2-EE50-CD3E-B8E7-714893F1D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9B85F-5ED5-8166-5ADF-FC92B7EC6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245C-2ED8-413B-A42A-32422D425F2C}" type="datetimeFigureOut">
              <a:rPr lang="en-DE" smtClean="0"/>
              <a:t>02/12/2024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52CC4-8DB0-881A-7F47-3099105D3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6C911-50AD-1C75-1A4A-8CD6126D2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65C22-9B36-4DAC-9E02-AB6C6E8335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98107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70460-0C4F-2141-7D60-DFC138D4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18DD3-CDB2-BC15-B56D-0FB4B0B720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00E9E6-ED12-4F80-60AE-0B262625C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57AFD-95DC-B76A-4F11-316A8B7A9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245C-2ED8-413B-A42A-32422D425F2C}" type="datetimeFigureOut">
              <a:rPr lang="en-DE" smtClean="0"/>
              <a:t>02/12/2024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6BEB7-3F67-1574-0841-199DD55CE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F4B8CD-A75E-5547-8183-52F3C529D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65C22-9B36-4DAC-9E02-AB6C6E8335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26209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F881F-F2CB-0873-379E-CD5154305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13203-B860-63B4-6B22-AB0B1FD66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A2CB04-7B44-4E8E-16DA-F7CBD5A6B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4D2A13-4915-0831-8DAB-88380F6B88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29D9CB-4DF1-96A3-39F2-B30079DBF5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A98D7-668B-4A66-D25D-4EF52500F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245C-2ED8-413B-A42A-32422D425F2C}" type="datetimeFigureOut">
              <a:rPr lang="en-DE" smtClean="0"/>
              <a:t>02/12/2024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086A37-0B13-F48E-490C-2388D33CC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0129FA-FFA0-3C10-89FE-D2C12CB9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65C22-9B36-4DAC-9E02-AB6C6E8335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32932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09CD8-E6EE-DEE5-2B4A-E4F0043CD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9519F6-EDF9-2C39-79E2-A8AB1060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245C-2ED8-413B-A42A-32422D425F2C}" type="datetimeFigureOut">
              <a:rPr lang="en-DE" smtClean="0"/>
              <a:t>02/12/2024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606C1B-F9F1-E016-BF13-1020D129D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B4DF1B-748E-8905-B608-09E052F46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65C22-9B36-4DAC-9E02-AB6C6E8335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76308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41ED0D-D780-DE43-92A1-784504597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245C-2ED8-413B-A42A-32422D425F2C}" type="datetimeFigureOut">
              <a:rPr lang="en-DE" smtClean="0"/>
              <a:t>02/12/2024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F6D27F-AF81-9845-63C3-4DA722A18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DA9B8-0019-0C14-A24F-0E72C4A0D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65C22-9B36-4DAC-9E02-AB6C6E8335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5058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E685A-CDBB-96AF-E0C4-996A91949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441AC-B936-A902-21C0-F6693567B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7F60E-F088-14BF-56AA-62FC87EE4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60B8B-A43C-97E4-9F94-03B87B44B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245C-2ED8-413B-A42A-32422D425F2C}" type="datetimeFigureOut">
              <a:rPr lang="en-DE" smtClean="0"/>
              <a:t>02/12/2024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4493D-AFB6-C6AE-E8D4-E48AA320A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F9871-80D2-AF8A-C03B-C67D11C6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65C22-9B36-4DAC-9E02-AB6C6E8335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69921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98AFF-33AB-FF22-DDCA-07A5255C4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FE50AC-10E1-7F0E-4C87-C052BCDDA0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3B3A07-6E1A-BC84-E478-EB88E05E6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97A39-40CE-2FBA-0452-018F95D19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245C-2ED8-413B-A42A-32422D425F2C}" type="datetimeFigureOut">
              <a:rPr lang="en-DE" smtClean="0"/>
              <a:t>02/12/2024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1A6C-2738-A825-5F2A-D9D9980B3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ED521E-59B4-59B3-8DD1-BE05A8A55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65C22-9B36-4DAC-9E02-AB6C6E8335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12732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5BA12-FA87-3AE7-844B-3AC9EA706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C0B20F-AD5C-04E1-1E83-68CF910BD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B73A1-E2AD-43B1-9066-22F5ADBF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245C-2ED8-413B-A42A-32422D425F2C}" type="datetimeFigureOut">
              <a:rPr lang="en-DE" smtClean="0"/>
              <a:t>02/12/2024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D7AF9-5324-C541-8E49-A69EA2501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27454-E1B6-BBB3-B612-4A42B0B91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65C22-9B36-4DAC-9E02-AB6C6E8335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9701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8653EE-1A77-4E53-E142-9598B6C65A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BF47A4-4E43-475D-51B9-ED682655B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39D37-5C97-0218-A57B-972AB0974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245C-2ED8-413B-A42A-32422D425F2C}" type="datetimeFigureOut">
              <a:rPr lang="en-DE" smtClean="0"/>
              <a:t>02/12/2024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BEA58-A2DF-9074-FFDC-0235021F1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92307-E18E-0637-4C44-189FE9F33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65C22-9B36-4DAC-9E02-AB6C6E8335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65904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0D0664-9B01-7407-891C-F3DB0D084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A01A8-C3F1-F2BC-8F3B-B305A2F6B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0C382-E9B8-EA20-3069-0882404EC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DD245C-2ED8-413B-A42A-32422D425F2C}" type="datetimeFigureOut">
              <a:rPr lang="en-DE" smtClean="0"/>
              <a:t>02/12/2024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547F1-60F4-3DA4-3DDE-0B0ADB268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2E811-CC49-436C-8192-92216AB380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65C22-9B36-4DAC-9E02-AB6C6E8335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81275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909D93A-020D-1CD0-1DD6-CCE44253B8A4}"/>
              </a:ext>
            </a:extLst>
          </p:cNvPr>
          <p:cNvSpPr/>
          <p:nvPr/>
        </p:nvSpPr>
        <p:spPr>
          <a:xfrm>
            <a:off x="321966" y="5998464"/>
            <a:ext cx="6675126" cy="2743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46B196-0C41-3E84-C8D3-3AE9A84FB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16" b="17989"/>
          <a:stretch/>
        </p:blipFill>
        <p:spPr>
          <a:xfrm>
            <a:off x="847309" y="1585520"/>
            <a:ext cx="6845395" cy="22650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FEA807-3E20-33D1-0BEE-691E7ADBF95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66" y="4332805"/>
            <a:ext cx="6675127" cy="22650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8C4CAF-8582-3248-FF69-755DC01D6254}"/>
              </a:ext>
            </a:extLst>
          </p:cNvPr>
          <p:cNvSpPr txBox="1"/>
          <p:nvPr/>
        </p:nvSpPr>
        <p:spPr>
          <a:xfrm>
            <a:off x="2935311" y="400550"/>
            <a:ext cx="4757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Geometry of the Floodplain Pond Mesocosms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ADD553-000A-6ED5-DC15-EBAC74AD5BAF}"/>
              </a:ext>
            </a:extLst>
          </p:cNvPr>
          <p:cNvSpPr txBox="1"/>
          <p:nvPr/>
        </p:nvSpPr>
        <p:spPr>
          <a:xfrm>
            <a:off x="234892" y="1023349"/>
            <a:ext cx="244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Dimension at bed level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53E204A-C202-DA36-0264-4C4CAFEA2B1D}"/>
              </a:ext>
            </a:extLst>
          </p:cNvPr>
          <p:cNvCxnSpPr>
            <a:stCxn id="8" idx="2"/>
          </p:cNvCxnSpPr>
          <p:nvPr/>
        </p:nvCxnSpPr>
        <p:spPr>
          <a:xfrm>
            <a:off x="1457471" y="1392681"/>
            <a:ext cx="846458" cy="7229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72E336C-2004-FB4E-5B28-E5D354C808F6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457471" y="1392681"/>
            <a:ext cx="120317" cy="1198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A8CB212-7436-7D8D-6C02-DE5A2A8E9E4C}"/>
              </a:ext>
            </a:extLst>
          </p:cNvPr>
          <p:cNvSpPr txBox="1"/>
          <p:nvPr/>
        </p:nvSpPr>
        <p:spPr>
          <a:xfrm>
            <a:off x="7308763" y="3850547"/>
            <a:ext cx="35177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Dimension at the water surface for the regular fill height (water level) of 0.3 m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7BA7EB0-20FF-7311-3FAB-B351F8FE0ACB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6428411" y="2905356"/>
            <a:ext cx="2639219" cy="945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5D95FF9-D880-EBC9-9C60-AC8754C6D3B3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4474105" y="3541851"/>
            <a:ext cx="4593525" cy="308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36C944DB-0F4F-B18F-40F9-3406C3827131}"/>
              </a:ext>
            </a:extLst>
          </p:cNvPr>
          <p:cNvSpPr/>
          <p:nvPr/>
        </p:nvSpPr>
        <p:spPr>
          <a:xfrm rot="10800000">
            <a:off x="7101597" y="6067044"/>
            <a:ext cx="414332" cy="137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65452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8C4CAF-8582-3248-FF69-755DC01D6254}"/>
              </a:ext>
            </a:extLst>
          </p:cNvPr>
          <p:cNvSpPr txBox="1"/>
          <p:nvPr/>
        </p:nvSpPr>
        <p:spPr>
          <a:xfrm>
            <a:off x="2935311" y="400550"/>
            <a:ext cx="4757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Geometry of the Floodplain Pond Mesocosms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94598D-2956-4914-07DF-CA2880326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177" y="1785708"/>
            <a:ext cx="9821646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838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TU KL RHRK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</dc:creator>
  <cp:lastModifiedBy>AL</cp:lastModifiedBy>
  <cp:revision>1</cp:revision>
  <dcterms:created xsi:type="dcterms:W3CDTF">2024-12-02T11:00:49Z</dcterms:created>
  <dcterms:modified xsi:type="dcterms:W3CDTF">2024-12-02T11:10:00Z</dcterms:modified>
</cp:coreProperties>
</file>